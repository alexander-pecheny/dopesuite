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21" r:id="rId2"/>
    <p:sldId id="640" r:id="rId3"/>
    <p:sldId id="441" r:id="rId4"/>
    <p:sldId id="405" r:id="rId5"/>
    <p:sldId id="533" r:id="rId6"/>
    <p:sldId id="620" r:id="rId7"/>
    <p:sldId id="621" r:id="rId8"/>
    <p:sldId id="72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6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671"/>
    <a:srgbClr val="828282"/>
    <a:srgbClr val="6D6D6D"/>
    <a:srgbClr val="797979"/>
    <a:srgbClr val="F9E2C0"/>
    <a:srgbClr val="FF5907"/>
    <a:srgbClr val="164F9F"/>
    <a:srgbClr val="D44B0F"/>
    <a:srgbClr val="C6610C"/>
    <a:srgbClr val="54AC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78" autoAdjust="0"/>
    <p:restoredTop sz="96405"/>
  </p:normalViewPr>
  <p:slideViewPr>
    <p:cSldViewPr snapToGrid="0" snapToObjects="1">
      <p:cViewPr varScale="1">
        <p:scale>
          <a:sx n="72" d="100"/>
          <a:sy n="72" d="100"/>
        </p:scale>
        <p:origin x="72" y="132"/>
      </p:cViewPr>
      <p:guideLst>
        <p:guide orient="horz" pos="867"/>
        <p:guide pos="6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
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0E658E-2DC3-F14D-9607-722D1495B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06580E-1DBA-B044-B085-72582E29F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9CEE4A-60E9-A244-8EFC-3A9EE70E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55D764A-EE09-654B-9204-5ECF13BB5A9B}" type="datetimeFigureOut">
              <a:rPr lang="ru-RU" smtClean="0"/>
              <a:pPr/>
              <a:t>28.04.2026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6A6BB2-C5A8-E040-9B2D-7DDB4D1D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497275-076E-964B-BBED-BDEEA6DA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F1511C1-2618-7841-9F58-076EF92B825E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994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85EE7C6C-1AF6-9942-AF0B-78006F80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55D764A-EE09-654B-9204-5ECF13BB5A9B}" type="datetimeFigureOut">
              <a:rPr lang="ru-RU" smtClean="0"/>
              <a:pPr/>
              <a:t>28.04.2026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009AD4-B45D-6D41-B8C4-B36D250E7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250E48-D5F5-1D4D-8B7B-671C0B6FC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F1511C1-2618-7841-9F58-076EF92B825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1BD50802-D4FB-614C-8F38-AE7D191F2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522863" y="378370"/>
            <a:ext cx="7546975" cy="5437188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44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61412-0DA4-484A-BE92-054A9A2DF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F0C85E-E553-784D-979A-ED2428397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B4AB42-68C1-B243-9E97-BE2508495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764A-EE09-654B-9204-5ECF13BB5A9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053AD3-E4C4-1944-B5B6-8915BA6B2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B184F9-3426-2345-844D-C36FB9BAD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511C1-2618-7841-9F58-076EF92B8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236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5E12CF-AEDD-E044-9DC3-E1127997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1B2D7E-7F68-3A47-95C8-3DEF5B7C3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DF0977-C713-1945-B803-2E02A9AB7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0534A6-4EAB-864F-A923-3293B42A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764A-EE09-654B-9204-5ECF13BB5A9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BF6FBFE-8929-7646-8E23-03673DF2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1D03C8-4495-EC42-A658-F306695B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511C1-2618-7841-9F58-076EF92B8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19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8A14B-7B23-A649-A9C6-2BA5E949C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A9EB34F-BCD8-3141-BEF8-E3CAD2FC2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827162-5375-124E-A1FB-746348617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CB259C4-D801-AF49-B100-4156039B0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F6B359D-BCEA-2C47-8DC0-39B8D98A4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B92C6B6-3F56-CC4D-BA31-BDD7B715D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764A-EE09-654B-9204-5ECF13BB5A9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48C83AA-094F-CA4A-A1AC-9A4A3EAEB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F636D78-8887-5243-B41D-632A620D5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511C1-2618-7841-9F58-076EF92B8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524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0B6BB8-F35B-6C41-B293-29E9600E9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AFBE66B-CBA3-5946-AE11-3F1F2E04B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764A-EE09-654B-9204-5ECF13BB5A9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B9BF46-FCFD-0845-920C-E8ADDD101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BCAA3A-8DB7-EC45-BEA3-15097DB06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511C1-2618-7841-9F58-076EF92B8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016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2E758D7-27C6-4F32-B5FA-D71EC202D6BF}" type="slidenum">
              <a:rPr b="0" lang="en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Скругленный прямоугольник 7"/>
          <p:cNvSpPr/>
          <p:nvPr/>
        </p:nvSpPr>
        <p:spPr>
          <a:xfrm>
            <a:off x="1130040" y="384840"/>
            <a:ext cx="9931680" cy="5645520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>
            <a:noFill/>
          </a:ln>
          <a:effectLst>
            <a:outerShdw algn="ctr" blurRad="380880" rotWithShape="0" sx="102000" sy="10200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Прямоугольник с двумя скругленными противолежащими углами 5"/>
          <p:cNvSpPr/>
          <p:nvPr/>
        </p:nvSpPr>
        <p:spPr>
          <a:xfrm flipV="1" rot="16200000">
            <a:off x="2205720" y="-690480"/>
            <a:ext cx="802440" cy="2952000"/>
          </a:xfrm>
          <a:prstGeom prst="round2DiagRect">
            <a:avLst>
              <a:gd name="adj1" fmla="val 25996"/>
              <a:gd name="adj2" fmla="val 0"/>
            </a:avLst>
          </a:prstGeom>
          <a:solidFill>
            <a:srgbClr val="6686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000" rIns="0" tIns="90000" bIns="90000" anchor="ctr" vert="vert270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886CD-CFD9-1D46-89B0-E0A999BAF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567F51-375E-A647-8A1D-4008BFB9F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375848-2D1D-0F48-B5AA-2E75A57C8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863285-52EA-864F-B569-8F18E2E09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764A-EE09-654B-9204-5ECF13BB5A9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509131-FE60-564E-A098-4A946CA3F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E6BC3F-CCBD-DB46-9B56-ED04F263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511C1-2618-7841-9F58-076EF92B8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751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708B48-466A-F441-9CF7-4F99C0F7F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A77F4A6-D492-AD40-8A53-CA6EFB4C9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D99AA4-8AD2-7F4A-9048-D572C875E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352ADB-ABC3-CD45-990A-4A2369FF1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764A-EE09-654B-9204-5ECF13BB5A9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4B1A6A-69DA-0A4F-84D5-ACF6B6A1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7CFFD7-F4F3-6545-9F3D-45F9EB21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511C1-2618-7841-9F58-076EF92B8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996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2DE0D-3E9F-CE4A-BF78-E62C653C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FDFA90-DA3E-B243-B961-02041BEEC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988F96-D4F7-7C4A-BBF0-9BE7DC440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764A-EE09-654B-9204-5ECF13BB5A9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0DF2F3-0BF7-5745-8EA8-DE4D9BBA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41A402-EE45-B04C-8D3F-169BF683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511C1-2618-7841-9F58-076EF92B8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3773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B36FF0-91C4-3140-BB0F-4A7823025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A14052-643F-5E4A-B0BD-09A1A5D65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E62CB4-EAE1-7E42-B0F7-06084E4F6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764A-EE09-654B-9204-5ECF13BB5A9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4341C0-780F-3040-964C-96767775B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44A5D1-3C7E-6B45-97F6-9426DEC22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511C1-2618-7841-9F58-076EF92B82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801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4D909F52-B10D-B442-B809-584BE0560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455D764A-EE09-654B-9204-5ECF13BB5A9B}" type="datetimeFigureOut">
              <a:rPr lang="ru-RU" smtClean="0"/>
              <a:pPr/>
              <a:t>28.04.2026</a:t>
            </a:fld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66FF74-8A23-0D47-A21C-9461711CD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F1511C1-2618-7841-9F58-076EF92B825E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E4734F9-DA8F-6F48-9F7C-769BDCE86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46F9EFA1-2DAF-C64C-9CFA-7A6F1130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C1BAE904-0FCA-5241-B507-A8CAD107F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70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B068568-773C-E04C-AF7F-7DBC2EBC9573}"/>
              </a:ext>
            </a:extLst>
          </p:cNvPr>
          <p:cNvSpPr/>
          <p:nvPr/>
        </p:nvSpPr>
        <p:spPr>
          <a:xfrm>
            <a:off x="0" y="5631116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kern="2000" spc="200" dirty="0">
                <a:solidFill>
                  <a:schemeClr val="bg1"/>
                </a:solidFill>
                <a:cs typeface="Calibri" panose="020F0502020204030204" pitchFamily="34" charset="0"/>
              </a:rPr>
              <a:t>АСИНХРОННЫЙ ТУРНИР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DF35570-FA03-7240-8217-1C416EB67E8E}"/>
              </a:ext>
            </a:extLst>
          </p:cNvPr>
          <p:cNvSpPr/>
          <p:nvPr/>
        </p:nvSpPr>
        <p:spPr>
          <a:xfrm>
            <a:off x="0" y="4597180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kern="2000" cap="all" spc="2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2222222222</a:t>
            </a:r>
            <a:endParaRPr lang="ru-RU" sz="6600" b="1" kern="2000" cap="all" spc="200" dirty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35A8769-F4B5-4A8D-A8B2-F5731DB03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210" y="-179882"/>
            <a:ext cx="3737580" cy="467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5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B068568-773C-E04C-AF7F-7DBC2EBC9573}"/>
              </a:ext>
            </a:extLst>
          </p:cNvPr>
          <p:cNvSpPr/>
          <p:nvPr/>
        </p:nvSpPr>
        <p:spPr>
          <a:xfrm>
            <a:off x="1353878" y="730292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20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АСИНХРОННЫЙ ТУРНИР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DF35570-FA03-7240-8217-1C416EB67E8E}"/>
              </a:ext>
            </a:extLst>
          </p:cNvPr>
          <p:cNvSpPr/>
          <p:nvPr/>
        </p:nvSpPr>
        <p:spPr>
          <a:xfrm>
            <a:off x="2358219" y="0"/>
            <a:ext cx="101833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2000" cap="all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222222222222222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35A8769-F4B5-4A8D-A8B2-F5731DB03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928" y="1447894"/>
            <a:ext cx="3166411" cy="3962212"/>
          </a:xfrm>
          <a:prstGeom prst="rect">
            <a:avLst/>
          </a:prstGeom>
        </p:spPr>
      </p:pic>
      <p:sp>
        <p:nvSpPr>
          <p:cNvPr id="7" name="Скругленный прямоугольник 7">
            <a:extLst>
              <a:ext uri="{FF2B5EF4-FFF2-40B4-BE49-F238E27FC236}">
                <a16:creationId xmlns:a16="http://schemas.microsoft.com/office/drawing/2014/main" id="{3C819378-621C-4F40-B05C-816AF8274132}"/>
              </a:ext>
            </a:extLst>
          </p:cNvPr>
          <p:cNvSpPr/>
          <p:nvPr/>
        </p:nvSpPr>
        <p:spPr>
          <a:xfrm>
            <a:off x="2956277" y="1498052"/>
            <a:ext cx="8987202" cy="5108950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2222222222222222222222222222222222222222222222222222222222222222</a:t>
            </a:r>
          </a:p>
        </p:txBody>
      </p:sp>
    </p:spTree>
    <p:extLst>
      <p:ext uri="{BB962C8B-B14F-4D97-AF65-F5344CB8AC3E}">
        <p14:creationId xmlns:p14="http://schemas.microsoft.com/office/powerpoint/2010/main" val="1325434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2C4C49-E822-174B-8BBE-4B866DEE35F4}"/>
              </a:ext>
            </a:extLst>
          </p:cNvPr>
          <p:cNvSpPr txBox="1"/>
          <p:nvPr/>
        </p:nvSpPr>
        <p:spPr>
          <a:xfrm>
            <a:off x="2402766" y="2505547"/>
            <a:ext cx="7386468" cy="1354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ru-RU" sz="8800" b="1" spc="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ТУР ОКОНЧЕН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7D341-5652-0D4C-8247-953DB9D92E91}"/>
              </a:ext>
            </a:extLst>
          </p:cNvPr>
          <p:cNvSpPr txBox="1"/>
          <p:nvPr/>
        </p:nvSpPr>
        <p:spPr>
          <a:xfrm>
            <a:off x="3795045" y="3699494"/>
            <a:ext cx="4601911" cy="101566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ru-RU" sz="6600" b="1" spc="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ПЕРЕРЫВ</a:t>
            </a:r>
          </a:p>
        </p:txBody>
      </p:sp>
    </p:spTree>
    <p:extLst>
      <p:ext uri="{BB962C8B-B14F-4D97-AF65-F5344CB8AC3E}">
        <p14:creationId xmlns:p14="http://schemas.microsoft.com/office/powerpoint/2010/main" val="51977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2C4C49-E822-174B-8BBE-4B866DEE35F4}"/>
              </a:ext>
            </a:extLst>
          </p:cNvPr>
          <p:cNvSpPr txBox="1"/>
          <p:nvPr/>
        </p:nvSpPr>
        <p:spPr>
          <a:xfrm>
            <a:off x="2950607" y="2505547"/>
            <a:ext cx="6290787" cy="1354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ru-RU" sz="8800" b="1" spc="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СПАСИБО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7D341-5652-0D4C-8247-953DB9D92E91}"/>
              </a:ext>
            </a:extLst>
          </p:cNvPr>
          <p:cNvSpPr txBox="1"/>
          <p:nvPr/>
        </p:nvSpPr>
        <p:spPr>
          <a:xfrm>
            <a:off x="3795045" y="3699494"/>
            <a:ext cx="4601911" cy="101566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ru-RU" sz="6600" b="1" spc="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 ИГРУ</a:t>
            </a:r>
          </a:p>
        </p:txBody>
      </p:sp>
    </p:spTree>
    <p:extLst>
      <p:ext uri="{BB962C8B-B14F-4D97-AF65-F5344CB8AC3E}">
        <p14:creationId xmlns:p14="http://schemas.microsoft.com/office/powerpoint/2010/main" val="62552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A22DE253-D5DB-0645-9A0C-A91454E99B98}"/>
              </a:ext>
            </a:extLst>
          </p:cNvPr>
          <p:cNvSpPr/>
          <p:nvPr/>
        </p:nvSpPr>
        <p:spPr>
          <a:xfrm>
            <a:off x="1129665" y="605790"/>
            <a:ext cx="9932670" cy="5646420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7E7DF3-CE97-0F46-9AA9-D3363612626D}"/>
              </a:ext>
            </a:extLst>
          </p:cNvPr>
          <p:cNvSpPr txBox="1"/>
          <p:nvPr/>
        </p:nvSpPr>
        <p:spPr>
          <a:xfrm>
            <a:off x="1980248" y="1682750"/>
            <a:ext cx="8231505" cy="3492500"/>
          </a:xfrm>
          <a:prstGeom prst="rect">
            <a:avLst/>
          </a:prstGeom>
          <a:noFill/>
        </p:spPr>
        <p:txBody>
          <a:bodyPr wrap="square" lIns="0" tIns="0" rIns="0" rtlCol="0" anchor="ctr" anchorCtr="0">
            <a:noAutofit/>
          </a:bodyPr>
          <a:lstStyle/>
          <a:p>
            <a:pPr algn="ctr"/>
            <a:r>
              <a:rPr lang="ru-RU" sz="60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ПЕРВЫЙ ТУР</a:t>
            </a:r>
          </a:p>
        </p:txBody>
      </p:sp>
    </p:spTree>
    <p:extLst>
      <p:ext uri="{BB962C8B-B14F-4D97-AF65-F5344CB8AC3E}">
        <p14:creationId xmlns:p14="http://schemas.microsoft.com/office/powerpoint/2010/main" val="309694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A22DE253-D5DB-0645-9A0C-A91454E99B98}"/>
              </a:ext>
            </a:extLst>
          </p:cNvPr>
          <p:cNvSpPr/>
          <p:nvPr/>
        </p:nvSpPr>
        <p:spPr>
          <a:xfrm>
            <a:off x="1129665" y="605790"/>
            <a:ext cx="9932670" cy="5646420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7E7DF3-CE97-0F46-9AA9-D3363612626D}"/>
              </a:ext>
            </a:extLst>
          </p:cNvPr>
          <p:cNvSpPr txBox="1"/>
          <p:nvPr/>
        </p:nvSpPr>
        <p:spPr>
          <a:xfrm>
            <a:off x="1980248" y="1682750"/>
            <a:ext cx="8231505" cy="3492500"/>
          </a:xfrm>
          <a:prstGeom prst="rect">
            <a:avLst/>
          </a:prstGeom>
          <a:noFill/>
        </p:spPr>
        <p:txBody>
          <a:bodyPr wrap="square" lIns="0" tIns="0" rIns="0" rtlCol="0" anchor="ctr" anchorCtr="0">
            <a:noAutofit/>
          </a:bodyPr>
          <a:lstStyle/>
          <a:p>
            <a:pPr algn="ctr"/>
            <a:r>
              <a:rPr lang="ru-RU" sz="60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ВТОРОЙ ТУР</a:t>
            </a:r>
          </a:p>
        </p:txBody>
      </p:sp>
    </p:spTree>
    <p:extLst>
      <p:ext uri="{BB962C8B-B14F-4D97-AF65-F5344CB8AC3E}">
        <p14:creationId xmlns:p14="http://schemas.microsoft.com/office/powerpoint/2010/main" val="2225355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A22DE253-D5DB-0645-9A0C-A91454E99B98}"/>
              </a:ext>
            </a:extLst>
          </p:cNvPr>
          <p:cNvSpPr/>
          <p:nvPr/>
        </p:nvSpPr>
        <p:spPr>
          <a:xfrm>
            <a:off x="1129665" y="605790"/>
            <a:ext cx="9932670" cy="5646420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7E7DF3-CE97-0F46-9AA9-D3363612626D}"/>
              </a:ext>
            </a:extLst>
          </p:cNvPr>
          <p:cNvSpPr txBox="1"/>
          <p:nvPr/>
        </p:nvSpPr>
        <p:spPr>
          <a:xfrm>
            <a:off x="1980248" y="1682750"/>
            <a:ext cx="8231505" cy="3492500"/>
          </a:xfrm>
          <a:prstGeom prst="rect">
            <a:avLst/>
          </a:prstGeom>
          <a:noFill/>
        </p:spPr>
        <p:txBody>
          <a:bodyPr wrap="square" lIns="0" tIns="0" rIns="0" rtlCol="0" anchor="ctr" anchorCtr="0">
            <a:noAutofit/>
          </a:bodyPr>
          <a:lstStyle/>
          <a:p>
            <a:pPr algn="ctr"/>
            <a:r>
              <a:rPr lang="ru-RU" sz="60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ТРЕТИЙ ТУР</a:t>
            </a:r>
          </a:p>
        </p:txBody>
      </p:sp>
    </p:spTree>
    <p:extLst>
      <p:ext uri="{BB962C8B-B14F-4D97-AF65-F5344CB8AC3E}">
        <p14:creationId xmlns:p14="http://schemas.microsoft.com/office/powerpoint/2010/main" val="1770454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2C4C49-E822-174B-8BBE-4B866DEE35F4}"/>
              </a:ext>
            </a:extLst>
          </p:cNvPr>
          <p:cNvSpPr txBox="1"/>
          <p:nvPr/>
        </p:nvSpPr>
        <p:spPr>
          <a:xfrm>
            <a:off x="2950607" y="2505547"/>
            <a:ext cx="6290787" cy="1354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ru-RU" sz="8800" b="1" spc="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СПАСИБО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7D341-5652-0D4C-8247-953DB9D92E91}"/>
              </a:ext>
            </a:extLst>
          </p:cNvPr>
          <p:cNvSpPr txBox="1"/>
          <p:nvPr/>
        </p:nvSpPr>
        <p:spPr>
          <a:xfrm>
            <a:off x="3795045" y="3699494"/>
            <a:ext cx="4601911" cy="101566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ru-RU" sz="6600" b="1" spc="1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 ИГРУ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CFD41-0836-4322-A00C-74EF9BF58414}"/>
              </a:ext>
            </a:extLst>
          </p:cNvPr>
          <p:cNvSpPr txBox="1"/>
          <p:nvPr/>
        </p:nvSpPr>
        <p:spPr>
          <a:xfrm>
            <a:off x="5196916" y="5875051"/>
            <a:ext cx="3425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Ink Free" panose="03080402000500000000" pitchFamily="66" charset="0"/>
              </a:rPr>
              <a:t>ГОЛОСОВАЛКА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3DFD656-0E78-415B-8A79-42F1C7905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8034991" y="5342824"/>
            <a:ext cx="1804289" cy="180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0804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8175</TotalTime>
  <Words>23</Words>
  <Application>Microsoft Office PowerPoint</Application>
  <PresentationFormat>Широкоэкранный</PresentationFormat>
  <Paragraphs>15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Ink Free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</dc:title>
  <dc:creator>Microsoft Office User</dc:creator>
  <cp:lastModifiedBy>bossner</cp:lastModifiedBy>
  <cp:revision>177</cp:revision>
  <dcterms:created xsi:type="dcterms:W3CDTF">2020-10-28T19:15:49Z</dcterms:created>
  <dcterms:modified xsi:type="dcterms:W3CDTF">2026-04-28T08:25:07Z</dcterms:modified>
</cp:coreProperties>
</file>